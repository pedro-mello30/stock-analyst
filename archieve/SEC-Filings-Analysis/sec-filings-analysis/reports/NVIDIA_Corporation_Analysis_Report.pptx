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NVIDIA Corporation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Financial Analysis Report</a:t>
            </a:r>
          </a:p>
          <a:p>
            <a:r>
              <a:t>January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Health: N/A (Score: 0.0)</a:t>
            </a:r>
          </a:p>
          <a:p>
            <a:r>
              <a:t>Risk Level: N/A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Analysis</a:t>
            </a:r>
          </a:p>
        </p:txBody>
      </p:sp>
      <p:pic>
        <p:nvPicPr>
          <p:cNvPr id="3" name="Picture 2" descr="NVIDIA_Corporation_tren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53982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Risk Level: N/A</a:t>
            </a:r>
          </a:p>
          <a:p>
            <a:r>
              <a:t>Risk Score: N/A</a:t>
            </a:r>
          </a:p>
          <a:p>
            <a:r>
              <a:t>Total Risks: N/A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Valuation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SELL: Poor financial health with high risks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